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6" r:id="rId4"/>
    <p:sldId id="278" r:id="rId5"/>
    <p:sldId id="277" r:id="rId6"/>
    <p:sldId id="279" r:id="rId7"/>
    <p:sldId id="280" r:id="rId8"/>
    <p:sldId id="28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gdpnfpxnrtSH9NB3VtyX0v+pUF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c9f61e94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c9f61e946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2c9f61e946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454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895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110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0784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096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c16d843f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bc16d843f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g2cbc16d843f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962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>
            <a:spLocks noGrp="1"/>
          </p:cNvSpPr>
          <p:nvPr>
            <p:ph type="title"/>
          </p:nvPr>
        </p:nvSpPr>
        <p:spPr>
          <a:xfrm>
            <a:off x="831851" y="1709742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5"/>
          <p:cNvSpPr txBox="1">
            <a:spLocks noGrp="1"/>
          </p:cNvSpPr>
          <p:nvPr>
            <p:ph type="title"/>
          </p:nvPr>
        </p:nvSpPr>
        <p:spPr>
          <a:xfrm rot="5400000">
            <a:off x="7133402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 rot="5400000">
            <a:off x="1799402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Custom Layout">
  <p:cSld name="2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9f61e946d_0_0"/>
          <p:cNvSpPr txBox="1"/>
          <p:nvPr/>
        </p:nvSpPr>
        <p:spPr>
          <a:xfrm>
            <a:off x="570300" y="312550"/>
            <a:ext cx="11051400" cy="6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 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Movie Recommendation System – Using KNN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By: Nayan Patel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UoM ID: 27900573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0" algn="ctr" rtl="0">
              <a:lnSpc>
                <a:spcPct val="91283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chemeClr val="dk1"/>
                </a:solidFill>
                <a:highlight>
                  <a:srgbClr val="FFFFFF"/>
                </a:highlight>
              </a:rPr>
              <a:t>Presented by:</a:t>
            </a:r>
            <a:endParaRPr sz="2850" b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ctr" rtl="0">
              <a:lnSpc>
                <a:spcPct val="91283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850" b="1" i="1" dirty="0">
                <a:solidFill>
                  <a:schemeClr val="dk1"/>
                </a:solidFill>
                <a:highlight>
                  <a:srgbClr val="FFFFFF"/>
                </a:highlight>
              </a:rPr>
              <a:t>Nayan Patel</a:t>
            </a:r>
            <a:endParaRPr sz="2850" b="1" i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ctr" rtl="0">
              <a:lnSpc>
                <a:spcPct val="91283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2850" b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ctr" rtl="0">
              <a:lnSpc>
                <a:spcPct val="91283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chemeClr val="dk1"/>
                </a:solidFill>
                <a:highlight>
                  <a:srgbClr val="FFFFFF"/>
                </a:highlight>
              </a:rPr>
              <a:t>CIS 585:  Advanced Artificial Intelligence, Winter 2024 </a:t>
            </a:r>
            <a:endParaRPr sz="2850" b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 dirty="0">
              <a:solidFill>
                <a:srgbClr val="37415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 dirty="0">
              <a:solidFill>
                <a:srgbClr val="37415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800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 dirty="0">
              <a:solidFill>
                <a:srgbClr val="374151"/>
              </a:solidFill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g2c9f61e946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3800" y="4824763"/>
            <a:ext cx="142875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86424" y="443875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g26e2bfaee8c_0_0">
            <a:extLst>
              <a:ext uri="{FF2B5EF4-FFF2-40B4-BE49-F238E27FC236}">
                <a16:creationId xmlns:a16="http://schemas.microsoft.com/office/drawing/2014/main" id="{0615AE24-33BB-9AFF-5541-411D4942102C}"/>
              </a:ext>
            </a:extLst>
          </p:cNvPr>
          <p:cNvSpPr txBox="1"/>
          <p:nvPr/>
        </p:nvSpPr>
        <p:spPr>
          <a:xfrm>
            <a:off x="413250" y="1311004"/>
            <a:ext cx="11365500" cy="489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Design a content-based movie recommendation system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Use movie database with different categories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Build a model based on K-Nearest Neighbors (KNN) algorithm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Evaluate the model performance and test </a:t>
            </a:r>
            <a:endParaRPr sz="3600" dirty="0">
              <a:solidFill>
                <a:srgbClr val="0D0D0D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86424" y="443875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Software Design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82E1E-0AC2-6F45-44BC-53270988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504950"/>
            <a:ext cx="106108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0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86424" y="443875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Tools Used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g26e2bfaee8c_0_0">
            <a:extLst>
              <a:ext uri="{FF2B5EF4-FFF2-40B4-BE49-F238E27FC236}">
                <a16:creationId xmlns:a16="http://schemas.microsoft.com/office/drawing/2014/main" id="{0615AE24-33BB-9AFF-5541-411D4942102C}"/>
              </a:ext>
            </a:extLst>
          </p:cNvPr>
          <p:cNvSpPr txBox="1"/>
          <p:nvPr/>
        </p:nvSpPr>
        <p:spPr>
          <a:xfrm>
            <a:off x="413250" y="1311004"/>
            <a:ext cx="11365500" cy="489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Python v3.10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Libraries Used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Python libraries were used: pandas, </a:t>
            </a: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seaborn, matplotlib (modules used: </a:t>
            </a: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sklearn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(modules used: pipeline, preprocessing, </a:t>
            </a: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model_selection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compose, neighbors, metrics, impute)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tkinter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Editor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</a:t>
            </a: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Pycharm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2022.2.2 (Community Edition)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4400" dirty="0">
              <a:solidFill>
                <a:srgbClr val="0D0D0D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10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86424" y="443875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Implementation Steps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g26e2bfaee8c_0_0">
            <a:extLst>
              <a:ext uri="{FF2B5EF4-FFF2-40B4-BE49-F238E27FC236}">
                <a16:creationId xmlns:a16="http://schemas.microsoft.com/office/drawing/2014/main" id="{0615AE24-33BB-9AFF-5541-411D4942102C}"/>
              </a:ext>
            </a:extLst>
          </p:cNvPr>
          <p:cNvSpPr txBox="1"/>
          <p:nvPr/>
        </p:nvSpPr>
        <p:spPr>
          <a:xfrm>
            <a:off x="413250" y="1311004"/>
            <a:ext cx="11365500" cy="489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Extracting and Cleaning &amp; Organizing Data</a:t>
            </a:r>
          </a:p>
          <a:p>
            <a:pPr marL="914400" marR="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</a:t>
            </a:r>
          </a:p>
          <a:p>
            <a:pPr marL="914400" marR="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Modeling</a:t>
            </a:r>
          </a:p>
          <a:p>
            <a:pPr marL="914400" marR="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aluation &amp; Testing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4400" dirty="0">
              <a:solidFill>
                <a:srgbClr val="0D0D0D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308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86424" y="443875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Highlights of Results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g26e2bfaee8c_0_0">
            <a:extLst>
              <a:ext uri="{FF2B5EF4-FFF2-40B4-BE49-F238E27FC236}">
                <a16:creationId xmlns:a16="http://schemas.microsoft.com/office/drawing/2014/main" id="{0615AE24-33BB-9AFF-5541-411D4942102C}"/>
              </a:ext>
            </a:extLst>
          </p:cNvPr>
          <p:cNvSpPr txBox="1"/>
          <p:nvPr/>
        </p:nvSpPr>
        <p:spPr>
          <a:xfrm>
            <a:off x="413250" y="1311004"/>
            <a:ext cx="11365500" cy="489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accuracy and precision of the model decrease with the increase of the nos. of neighbors (k). 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best accuracy and precision are achieved with k = 1 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the dataset used in this experiment, the best result is achieved with the “Ball Tree” algorithm. 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general, the accuracy and precision of the model is poor.  </a:t>
            </a:r>
            <a:endParaRPr sz="5400" dirty="0">
              <a:solidFill>
                <a:srgbClr val="0D0D0D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82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86424" y="443875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Challenges 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g26e2bfaee8c_0_0">
            <a:extLst>
              <a:ext uri="{FF2B5EF4-FFF2-40B4-BE49-F238E27FC236}">
                <a16:creationId xmlns:a16="http://schemas.microsoft.com/office/drawing/2014/main" id="{0615AE24-33BB-9AFF-5541-411D4942102C}"/>
              </a:ext>
            </a:extLst>
          </p:cNvPr>
          <p:cNvSpPr txBox="1"/>
          <p:nvPr/>
        </p:nvSpPr>
        <p:spPr>
          <a:xfrm>
            <a:off x="413250" y="1311004"/>
            <a:ext cx="11365500" cy="489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Categorical data is hard to handle.  That needs transformation to binary representation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 many independent variables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354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c16d843f_1_27"/>
          <p:cNvSpPr txBox="1"/>
          <p:nvPr/>
        </p:nvSpPr>
        <p:spPr>
          <a:xfrm>
            <a:off x="294412" y="2438929"/>
            <a:ext cx="11603175" cy="8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Thank You! </a:t>
            </a:r>
            <a:endParaRPr sz="35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80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232</Words>
  <Application>Microsoft Office PowerPoint</Application>
  <PresentationFormat>Widescreen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SHRIRAMWAR</dc:creator>
  <cp:lastModifiedBy>nayan patel</cp:lastModifiedBy>
  <cp:revision>18</cp:revision>
  <dcterms:created xsi:type="dcterms:W3CDTF">2022-03-15T07:25:51Z</dcterms:created>
  <dcterms:modified xsi:type="dcterms:W3CDTF">2024-04-22T19:57:35Z</dcterms:modified>
</cp:coreProperties>
</file>